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Proxima Nova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roximaNova-regular.fntdata"/><Relationship Id="rId10" Type="http://schemas.openxmlformats.org/officeDocument/2006/relationships/slide" Target="slides/slide5.xml"/><Relationship Id="rId13" Type="http://schemas.openxmlformats.org/officeDocument/2006/relationships/font" Target="fonts/ProximaNova-italic.fntdata"/><Relationship Id="rId12" Type="http://schemas.openxmlformats.org/officeDocument/2006/relationships/font" Target="fonts/ProximaNova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ProximaNova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71e9bfe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971e9bfe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971e9bfe8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971e9bfe8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71e9bfe8a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971e9bfe8a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971e9bfe8a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971e9bfe8a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VR Project 2: Baseball Simulator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Roger Mendez &amp; Chi Yuen Chan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Baseball Hitting Simulator</a:t>
            </a:r>
            <a:endParaRPr b="1"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Creating an interactive baseball batting simulation game in VR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Allow the user to look around a 360 degree scene set in a baseball stadium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When triggered, a baseball will be thrown for the user to hit with a baseball bat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Show statistics on speed and distance of ball (extra)</a:t>
            </a:r>
            <a:endParaRPr sz="24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Why in VR?</a:t>
            </a:r>
            <a:endParaRPr b="1"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4919100" cy="352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635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500"/>
              <a:t>This is an interactive game with collision that will allow people to do a physical activity without needing actual sports equipment</a:t>
            </a:r>
            <a:endParaRPr sz="2500"/>
          </a:p>
          <a:p>
            <a:pPr indent="-3635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500"/>
              <a:t>Less safety concerns</a:t>
            </a:r>
            <a:endParaRPr sz="2500"/>
          </a:p>
          <a:p>
            <a:pPr indent="-3635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500"/>
              <a:t>Gives an immersive experience compared to playing it on a computer or mobile device</a:t>
            </a:r>
            <a:endParaRPr sz="2500"/>
          </a:p>
          <a:p>
            <a:pPr indent="-3635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500"/>
              <a:t>Can feel realistic with easy at home practice</a:t>
            </a:r>
            <a:endParaRPr sz="2500"/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6300" y="2434425"/>
            <a:ext cx="3851876" cy="255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1888" y="59098"/>
            <a:ext cx="3980700" cy="221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Environment and Interactions</a:t>
            </a:r>
            <a:endParaRPr b="1"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Baseball stadium</a:t>
            </a:r>
            <a:r>
              <a:rPr lang="en" sz="2000"/>
              <a:t> - </a:t>
            </a:r>
            <a:r>
              <a:rPr lang="en" sz="2000"/>
              <a:t>allows the user to be in a realistic stadium that is to scale with a real stadium so it actually feels like they are playing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 interaction is not interactable, but there for the immersion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Baseball bat </a:t>
            </a:r>
            <a:r>
              <a:rPr lang="en" sz="2000"/>
              <a:t>- will be in the users hands and can hit baseballs when thrown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Baseball </a:t>
            </a:r>
            <a:r>
              <a:rPr lang="en" sz="2000"/>
              <a:t>- when triggered, will be thrown towards the user for them to swing their bat and hit them.</a:t>
            </a:r>
            <a:endParaRPr sz="20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Depending on the contact, the ball will move different distances and places.</a:t>
            </a:r>
            <a:endParaRPr sz="16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Uses lots of collision and physics </a:t>
            </a:r>
            <a:endParaRPr sz="20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Ball being thrown, bat hitting ball, ball moving properly after hit.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Plan</a:t>
            </a:r>
            <a:endParaRPr b="1"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a realistic environment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baseball bat that is permanently in the users hands</a:t>
            </a:r>
            <a:r>
              <a:rPr lang="en"/>
              <a:t> that will only collide with baseballs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trigger to </a:t>
            </a:r>
            <a:r>
              <a:rPr lang="en"/>
              <a:t>spawn</a:t>
            </a:r>
            <a:r>
              <a:rPr lang="en"/>
              <a:t> a basebal</a:t>
            </a:r>
            <a:r>
              <a:rPr lang="en"/>
              <a:t>l to be thrown towards the user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physics and collision for when a ball is hit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a tracker for the user to see distance, speed, and other statistics on how the ball was hit. (EXTRA)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will both take 50% of each component, and ideally have all the blend file done by the 20th and have basic physic down. We will implement the extra functionality if time permits.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